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657600" cy="3657600"/>
          </a:xfrm>
          <a:prstGeom prst="ellipse">
            <a:avLst/>
          </a:prstGeom>
          <a:solidFill>
            <a:srgbClr val="2435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206240"/>
            <a:ext cx="2377440" cy="237744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7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INTEGRADOR II · FACULTAD DE INGENIERÍA · UTP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I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del Proyecto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822960" cy="1828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ClickClak: sistema inteligente de control de asistencia y gestión de incidencias para el personal deslocalizado en Indra Perú.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 ·  Carrera de Ingeniería de Sistemas e Informática  ·  Universidad Tecnológica del Perú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657600" cy="3657600"/>
          </a:xfrm>
          <a:prstGeom prst="ellipse">
            <a:avLst/>
          </a:prstGeom>
          <a:solidFill>
            <a:srgbClr val="2435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206240"/>
            <a:ext cx="2377440" cy="237744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7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EMPRESARIAL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 Análisis del Contexto Empresarial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Visión, misión y entorno de Indra Perú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24356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 de la empresa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2435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4206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y Visión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24356E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4206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empresarial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0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2435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006840" y="4206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empresarial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Reseña de la Empresa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1B2A5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Indra Perú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Subsidiaria local de Indra Sistemas, multinacional española líder global en tecnología, consultoría y defensa.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457200" cy="13716"/>
          </a:xfrm>
          <a:prstGeom prst="rect">
            <a:avLst/>
          </a:prstGeom>
          <a:solidFill>
            <a:srgbClr val="17A2A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023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es una propuesta de mejora interna de carácter académico y profesional, desarrollada por estudiantes de la UTP. No constituye un producto comercial de distribución externa.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74920" y="17373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74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33288" y="1682496"/>
            <a:ext cx="5559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tecnológico estratégico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para empresas de telecomunicaciones, banca, minería, energía y el sector público.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31546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733288" y="3099816"/>
            <a:ext cx="5559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multidisciplinario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 de sistemas, consultores funcionales y técnicos de soporte.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74920" y="45720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733288" y="4517136"/>
            <a:ext cx="5559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y ética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se maneja con estricto apego a la confidencialidad, con fines de ilustrar oportunidades de optimización corporativa de forma transparente.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 y Visión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0E7C8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“Ofrecer soluciones tecnológicas innovadoras y servicios de consultoría de alto valor añadido que transformen los modelos operativos de nuestros clientes, garantizando eficiencia, seguridad y sostenibilidad.”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B2A5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“Consolidarse como la compañía líder en transformación digital y consultoría tecnológica en el mercado peruano, reconocida por su excelencia técnica, talento humano y compromiso con el desarrollo sostenible.”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468112"/>
            <a:ext cx="457200" cy="457200"/>
          </a:xfrm>
          <a:prstGeom prst="ellipse">
            <a:avLst/>
          </a:prstGeom>
          <a:solidFill>
            <a:srgbClr val="17A2A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3492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ClickClak se alinea con estos principios corporativos, aportando eficiencia y trazabilidad operativa al activo más crítico de la empresa: el personal de campo deslocalizado.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del Entorno Empresarial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TI en el Perú migra aceleradamente hacia esquemas deslocalizados, híbridos y remotos, planteando un desafío regulatorio y operativo a gran escala.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594360" cy="59436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Laboral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legislación peruana exige un registro estricto, auditable y verídico de horas laboradas, asistencia y puntualidad.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743200"/>
            <a:ext cx="594360" cy="59436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Geográfica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16052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técnico opera en zonas con conectividad celular inestable o nula, invalidando el control tradicional basado en conectividad continua.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3774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743200"/>
            <a:ext cx="594360" cy="59436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16052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visibilidad en tiempo real sobre ubicación y disponibilidad genera ineficiencias en rutas y atención de incidencias críticas.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Empresarial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1B2A5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7A2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sobrecosto estimado en nómina por falta de validación objetiva de horas extras y justificaciones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92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 Perú cuenta con sistemas consolidados para el personal administrativo, pero el personal móvil de campo carece de una herramienta adaptada a su realidad operativa.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51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10328" y="1773936"/>
            <a:ext cx="6382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Trazabilidad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y supervisores no pueden auditar con certeza la puntualidad ni la ubicación real del colaborador.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51960" y="32461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3191256"/>
            <a:ext cx="6382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Semi-manual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de asistencia e incidencias se realiza por canales informales: mensajería, correos o llamadas.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51960" y="46634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19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4608576"/>
            <a:ext cx="6382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Administrativa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invierte horas auditando manualmente colas de mensajería y correos dispersos.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657600" cy="3657600"/>
          </a:xfrm>
          <a:prstGeom prst="ellipse">
            <a:avLst/>
          </a:prstGeom>
          <a:solidFill>
            <a:srgbClr val="2435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206240"/>
            <a:ext cx="2377440" cy="237744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7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INNOVACIÓN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 Diagnóstico del Problema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Oportunidad de Innovación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24356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920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39319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24356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4206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48920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(causas y consecuencias)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0" y="39319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24356E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4206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8920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de objetivos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B2A5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“Ineficiencia operativa y vulnerabilidad de control debido a la falta de un sistema centralizado, seguro e interactivo para el registro de asistencia, puntualidad y gestión de incidencias laborales del personal deslocalizado de Indra Perú.”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manifiesta en tres dimensiones críticas: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de Geolocalización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132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maliciosas alteran coordenadas reales para simular puntualidad ficticia (GPS Spoofing).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43891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Offline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54132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inestabilidad de la red celular impide la carga oportuna de marcas, bloqueando la marcación.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43891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Flujo de Auditoría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4132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proceso centralizado para reportar, evaluar y aprobar incidencias con estados claros.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del Problema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raíz y su consecuencia u impacto operativo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402336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Raíz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Consecuencia / Impacto Operativo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coordenadas móviles sin validación de firmas ni autenticidad.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 sistemático por GPS Spoofing y suplantación de puntualidad.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 absoluta de conexión a Internet para marcar asistencia.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 operativo total en zonas sin señal, sótanos o zonas rurales.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informal de justificaciones (mensajería, capturas, llamadas).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Sobrecostos de nómina del 15% y saturación administrativa en RRHH.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Ausencia de autenticación robusta adaptada a la movilidad de campo.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Suplantación de identidad entre técnicos para simular asistencias fraudulentas.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Formulación de Objetivos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842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sistema web y móvil integrado (ClickClak) de control de asistencia, puntualidad y gestión de incidencias que optimice la trazabilidad de la jornada del personal deslocalizado de Indra Perú.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172968"/>
            <a:ext cx="502920" cy="50292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136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Verificable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5021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 delegada al sistema operativo y estándar WebAuthn en dispositivos Android.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3172968"/>
            <a:ext cx="502920" cy="50292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136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GPS-Spoofing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5021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heurísticas de geolocalización sobre PostgreSQL + PostGIS.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956048"/>
            <a:ext cx="502920" cy="50292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919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Offline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852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offline-first: Vite PWA + Workbox + Dexie.js / IndexedDB.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6634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956048"/>
            <a:ext cx="502920" cy="50292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919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Auditables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52852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 (Spring Boot + React) con flujo Registrada → Revisión → Aprobada/Rechazada → Cerrada.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 (Lean Canvas)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ClickClak es una iniciativa corporativa interna de optimización de procesos para Indra Perú, no un producto comercial independiente.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B2A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32257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16352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informal, no trazable y vulnerable a fraude en asistencia del personal deslocalizado.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B2A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410565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4599432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offline-first + WebAuthn + PostGIS + panel de incidencias.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194560"/>
            <a:ext cx="2377440" cy="3474720"/>
          </a:xfrm>
          <a:prstGeom prst="roundRect">
            <a:avLst>
              <a:gd name="adj" fmla="val 2308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53512" y="2322576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2816352"/>
            <a:ext cx="20482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verificable de asistencia e incidencias, operativa incluso sin conexión.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19456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B2A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68112" y="232257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Injusta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68112" y="2816352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heurística anti-spoofing integrada con datos espaciales propios (PostGIS).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397764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B2A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68112" y="410565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Usuarios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4599432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de campo, supervisores, RRHH y administradores de Indra Perú.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2194560"/>
            <a:ext cx="2011680" cy="1691640"/>
          </a:xfrm>
          <a:prstGeom prst="roundRect">
            <a:avLst>
              <a:gd name="adj" fmla="val 3243"/>
            </a:avLst>
          </a:prstGeom>
          <a:solidFill>
            <a:srgbClr val="17A2A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08392" y="2322576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08392" y="2816352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puntualidad, incidencias resueltas, tiempo de sincronización, alertas por spoofing.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92640" y="219456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17A2A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57232" y="2322576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857232" y="2816352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móvil PWA y panel web administrativo interno.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43800" y="3977640"/>
            <a:ext cx="4069080" cy="1691640"/>
          </a:xfrm>
          <a:prstGeom prst="roundRect">
            <a:avLst>
              <a:gd name="adj" fmla="val 3243"/>
            </a:avLst>
          </a:prstGeom>
          <a:solidFill>
            <a:srgbClr val="1B2A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08392" y="4105656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 e Impacto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708392" y="4599432"/>
            <a:ext cx="3739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en capa gratuita; ahorro proyectado ~15% en sobrecostos de nómina.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Sistema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componentes integrados mediante API RESTful en Spring Boot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1B2A5B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7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MÓVIL DE CAMPO (PWA)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biométrica con el estándar WebAuthn.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contextual según la ruta diaria del técnico.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offline-first con cola local encriptada (IndexedDB / Dexie.js).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automática con Workbox Background Sync.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0E7C8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 ADMINISTRATIVA (SPA)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7889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en React + Vite + Tailwind CSS para supervisores y RRHH.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incidencias: Registrada → En revisión → Aprobada/Rechazada → Cerrada.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cumplimiento, puntualidad e incidencias recurrentes.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geográfica de marcaciones con soporte espacial.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del Sistema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 realista de criterios de éxito frente al jurado del Curso Integrador II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 Android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375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motor WebAuthn en navegadores WebKit/Safari de iOS.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35915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9718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App Nativa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3375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desarrollará APK/AAB ni se publicará en Google Play Store.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1031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235915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0275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9718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Location Limitado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33375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mitiga solo mediante heurística de velocidad y geodiferencia en el backend.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0749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Gratuita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4406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Autoalojada en capa gratuita (Azure o similar); limitada ante más de 50 usuarios concurrentes.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206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446227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5371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0749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IA / Machine Learning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54406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clasificación mediante un motor de reglas determinista plano.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206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446227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0275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50749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Plana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54406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CSV/Excel, sin integración directa con ERP o planillas de Indra Perú.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Arte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IndexedDB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 y Workbox logran una experiencia nativa en Android con 100% de operatividad offline; Dexie.js habilita colas locales de marcas transaccionales.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86000"/>
            <a:ext cx="594360" cy="59436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63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(FIDO Alliance)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79476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 respaldada por firmas criptográficas de llave pública/privada; la huella nunca viaja por la red, cumpliendo la Ley N.° 29733.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86000"/>
            <a:ext cx="594360" cy="594360"/>
          </a:xfrm>
          <a:prstGeom prst="ellipse">
            <a:avLst/>
          </a:prstGeom>
          <a:solidFill>
            <a:srgbClr val="1B2A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63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79476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de distancia geodésica y análisis de rutas en el backend con mínima latencia, superando las geocercas estáticas tradicionales.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FUNDAMENTOS DEL PROYECTO — CLICKCLAK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657600" cy="3657600"/>
          </a:xfrm>
          <a:prstGeom prst="ellipse">
            <a:avLst/>
          </a:prstGeom>
          <a:solidFill>
            <a:srgbClr val="2435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206240"/>
            <a:ext cx="2377440" cy="237744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7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CAPÍTULO 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establecidos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contexto empresarial, el problema, el modelo de negocio y el alcance definidos, el proyecto ClickClak está listo para avanzar hacia la planificación ágil.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7A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→ CAPÍTULO II: PLANIFICACIÓN ÁGIL (SCRUM)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2026-09-10T05:42:49Z</dcterms:created>
  <dcterms:modified xsi:type="dcterms:W3CDTF">2026-09-10T05:42:49Z</dcterms:modified>
</cp:coreProperties>
</file>